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7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D62926-2B74-4FFE-C07E-00E4B03D78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55129D3-0D73-BC5F-C3CC-0A45938092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F9B24B-09E6-9B11-8140-C3E660D7D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B672E-650D-44B5-981F-D48A479F1A12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782A2F-AA15-6E50-2E8B-3B5C4B5E6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BD6C6D-EB8E-7FE2-1D46-9686AD3DF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84F5A-A421-4A6B-8127-CCC0805817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8457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DCABEA-456B-490F-D2C2-A2F0CC18C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9B90FF-3050-C4E5-9189-F24288052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6F0EF8-756E-73C4-EE2A-84C371261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B672E-650D-44B5-981F-D48A479F1A12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B5F725-64AB-4231-F00B-548675258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CDC900-D3D6-FEB9-3D3A-880942F01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84F5A-A421-4A6B-8127-CCC0805817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6131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B1D8E8-671C-14E3-B3C0-E8F86BA72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1DE3E2-B60F-5CA9-2E6F-5344ED9B7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1058C3-FD78-65F9-8303-0AD1EF6F9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B672E-650D-44B5-981F-D48A479F1A12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058BA4-7914-FB7A-14F2-5167C1DC9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937593-C697-5EE8-B040-A12CDE10E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84F5A-A421-4A6B-8127-CCC0805817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8067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008477-4F43-D358-625D-1511A8153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91C6BF-0D56-9B05-456F-D00ECF617D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F9615BC-4A9E-892A-E016-FFA1BC8779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10C513-D31D-4AF6-0C61-943571F53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B672E-650D-44B5-981F-D48A479F1A12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C3639A4-0CE3-86DC-B2C6-E986E5EF4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AE4550-F11C-630E-4F6B-F66BA8C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84F5A-A421-4A6B-8127-CCC0805817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8595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1271B2-6932-792A-4DF4-9A48486F2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65CA4AB-9EAD-C29F-4578-7F94EF068F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3AEF146-9733-6D37-8A72-A81CB24F3C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EC597B0-A54C-6275-0A99-5C57302CD2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6A6BBA3-B822-4C06-9E53-46CFC4E5B0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A147F4A-3DE8-0FA1-037C-53A1C139A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B672E-650D-44B5-981F-D48A479F1A12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743C9FA-FEA8-A4E3-A8D9-01EA07A9C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EFFFEE0-B28C-87BF-565A-3D87A9A6B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84F5A-A421-4A6B-8127-CCC0805817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4811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97BE4F-2BB9-3023-49E8-F425BAFF5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6DA96E9-7AE2-F4DC-4E1D-067557291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B672E-650D-44B5-981F-D48A479F1A12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E77CDD9-EA1D-DFB0-EFBA-5463E7702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4B7EBFC-C935-1BDF-71F1-94D2721B2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84F5A-A421-4A6B-8127-CCC0805817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9045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77AC0E4-1358-2C7A-2240-5D2A820F1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B672E-650D-44B5-981F-D48A479F1A12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DE16684-2373-65A0-A26B-A02A178A6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B70AA9-2FC8-BCA5-A99D-995DF5AC9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84F5A-A421-4A6B-8127-CCC0805817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0423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FC8B66-7759-6C12-AC38-39BF178BF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2D6601-E949-08E7-1956-0046E27DE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5C3126-5317-F44A-35C0-70C55550E9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A1B397-6DC8-65D4-CD66-41A67E9A5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B672E-650D-44B5-981F-D48A479F1A12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84D080B-6D03-C661-765A-FB1A505B7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0CFE48-A0D2-B4FA-E092-42BF4758F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84F5A-A421-4A6B-8127-CCC0805817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8230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3E1B80-752D-D26F-FD28-C0456D1F5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E5859C4-38AB-9B92-7142-5F67CC461F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AC697A3-75FD-4ED2-5861-322646BEF0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CFBF9F-83BC-22AA-C40D-5B6773E98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B672E-650D-44B5-981F-D48A479F1A12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A18BBDE-E0EA-500C-B71C-81679CCFD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6AD5513-1B68-4609-9FD5-7EE3C4BF2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84F5A-A421-4A6B-8127-CCC0805817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0263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BA012F-2318-ABDB-E157-A1E1D7E8C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4C6BEAE-5F9F-F635-C2E4-85D8232E33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1064D3-6300-7FC8-E0EB-2395EF00D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B672E-650D-44B5-981F-D48A479F1A12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76B5E4-211E-98CE-5423-2819B0091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6DCA9F-CB34-33A0-4FF4-8664570B5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84F5A-A421-4A6B-8127-CCC0805817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1969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BB0F843-39A4-983E-CEB3-92AFF87DF1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783F61A-0038-2C60-FE74-6FF8B8EBE2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C6C8B1-47F8-1F44-372C-B39378D5B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DB672E-650D-44B5-981F-D48A479F1A12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F3023C-DDED-A505-0C2B-8C23E4F02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709136-1B5F-E907-334E-6EFA7CE0D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84F5A-A421-4A6B-8127-CCC0805817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5072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B25EE01-4B4B-FFE2-5E1E-A17BC08B8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FE3082-A37E-6AE6-DF90-A0B261F67D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5498F5-AC06-681D-F1FE-91CEC8E404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DB672E-650D-44B5-981F-D48A479F1A12}" type="datetimeFigureOut">
              <a:rPr lang="zh-CN" altLang="en-US" smtClean="0"/>
              <a:t>2026/4/26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5B54D6-264B-5416-D3B1-799A9ACD40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17E3BC-01C6-2988-ECC4-79739E034F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184F5A-A421-4A6B-8127-CCC0805817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9605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A3592-6F5C-95E6-BD37-3483D356D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2DB6AD-F1AD-45DE-B908-BCE3644E01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86990" y="654902"/>
            <a:ext cx="5518484" cy="1613786"/>
          </a:xfrm>
        </p:spPr>
        <p:txBody>
          <a:bodyPr/>
          <a:lstStyle/>
          <a:p>
            <a:r>
              <a:rPr lang="zh-CN" altLang="en-US" dirty="0"/>
              <a:t>主策划</a:t>
            </a:r>
            <a:r>
              <a:rPr lang="en-US" altLang="zh-CN" dirty="0"/>
              <a:t>-</a:t>
            </a:r>
            <a:r>
              <a:rPr lang="zh-CN" altLang="en-US" dirty="0"/>
              <a:t>黄宇彦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C554787-40C3-BF68-0890-C121BB5D6A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1954" y="654902"/>
            <a:ext cx="4428944" cy="632476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055ABD6-8FF8-42F2-1C89-DFC97E5A1C9E}"/>
              </a:ext>
            </a:extLst>
          </p:cNvPr>
          <p:cNvSpPr txBox="1"/>
          <p:nvPr/>
        </p:nvSpPr>
        <p:spPr>
          <a:xfrm>
            <a:off x="4400069" y="2084022"/>
            <a:ext cx="601446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***********</a:t>
            </a:r>
          </a:p>
          <a:p>
            <a:endParaRPr lang="en-US" altLang="zh-CN" dirty="0"/>
          </a:p>
          <a:p>
            <a:r>
              <a:rPr lang="zh-CN" altLang="en-US" dirty="0"/>
              <a:t>编程语言：熟练掌握</a:t>
            </a:r>
            <a:r>
              <a:rPr lang="en-US" altLang="zh-CN" dirty="0"/>
              <a:t>C++</a:t>
            </a:r>
            <a:r>
              <a:rPr lang="zh-CN" altLang="en-US" dirty="0"/>
              <a:t>、</a:t>
            </a:r>
            <a:r>
              <a:rPr lang="en-US" altLang="zh-CN" dirty="0"/>
              <a:t>Python</a:t>
            </a:r>
            <a:r>
              <a:rPr lang="zh-CN" altLang="en-US" dirty="0"/>
              <a:t>、</a:t>
            </a:r>
            <a:r>
              <a:rPr lang="en-US" altLang="zh-CN" dirty="0"/>
              <a:t>Java</a:t>
            </a:r>
            <a:r>
              <a:rPr lang="zh-CN" altLang="en-US" dirty="0"/>
              <a:t>等</a:t>
            </a:r>
          </a:p>
          <a:p>
            <a:r>
              <a:rPr lang="zh-CN" altLang="en-US" dirty="0"/>
              <a:t>游戏引擎：熟练使用</a:t>
            </a:r>
            <a:r>
              <a:rPr lang="en-US" altLang="zh-CN" dirty="0"/>
              <a:t>Unity3D/Godot/</a:t>
            </a:r>
            <a:r>
              <a:rPr lang="en-US" altLang="zh-CN" dirty="0" err="1"/>
              <a:t>CocosCreator</a:t>
            </a:r>
            <a:r>
              <a:rPr lang="zh-CN" altLang="en-US" dirty="0"/>
              <a:t>，了解引擎架构与优化</a:t>
            </a:r>
          </a:p>
          <a:p>
            <a:r>
              <a:rPr lang="zh-CN" altLang="en-US" dirty="0"/>
              <a:t>工具与技术：游戏物理引擎、网络编程</a:t>
            </a:r>
          </a:p>
          <a:p>
            <a:r>
              <a:rPr lang="zh-CN" altLang="en-US" dirty="0"/>
              <a:t>其他技能：算法设计、游戏逻辑开发、熟悉游戏美术工具（如</a:t>
            </a:r>
            <a:r>
              <a:rPr lang="en-US" altLang="zh-CN" dirty="0"/>
              <a:t>Blender</a:t>
            </a:r>
            <a:r>
              <a:rPr lang="zh-CN" altLang="en-US" dirty="0"/>
              <a:t>、</a:t>
            </a:r>
            <a:r>
              <a:rPr lang="en-US" altLang="zh-CN" dirty="0"/>
              <a:t>Maya</a:t>
            </a:r>
            <a:r>
              <a:rPr lang="zh-CN" altLang="en-US" dirty="0"/>
              <a:t>）或游戏策划基础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F545B1E-DA88-2DA0-C9A0-F2565DBED392}"/>
              </a:ext>
            </a:extLst>
          </p:cNvPr>
          <p:cNvSpPr txBox="1"/>
          <p:nvPr/>
        </p:nvSpPr>
        <p:spPr>
          <a:xfrm>
            <a:off x="4400069" y="877020"/>
            <a:ext cx="23774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程序设计</a:t>
            </a:r>
          </a:p>
        </p:txBody>
      </p:sp>
    </p:spTree>
    <p:extLst>
      <p:ext uri="{BB962C8B-B14F-4D97-AF65-F5344CB8AC3E}">
        <p14:creationId xmlns:p14="http://schemas.microsoft.com/office/powerpoint/2010/main" val="3946144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584B53-1369-B362-03A3-13338E0EB7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00069" y="654902"/>
            <a:ext cx="5518484" cy="1613786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项目经理</a:t>
            </a:r>
            <a:r>
              <a:rPr lang="en-US" altLang="zh-CN" dirty="0"/>
              <a:t>-</a:t>
            </a:r>
            <a:r>
              <a:rPr lang="zh-CN" altLang="en-US" dirty="0"/>
              <a:t>刘嘉伟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4D064BD-C04F-A6EA-EE1B-6A78AD2139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1954" y="654902"/>
            <a:ext cx="4428944" cy="632476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70E82C6-83E9-0620-AAFF-71F86ED1D863}"/>
              </a:ext>
            </a:extLst>
          </p:cNvPr>
          <p:cNvSpPr txBox="1"/>
          <p:nvPr/>
        </p:nvSpPr>
        <p:spPr>
          <a:xfrm>
            <a:off x="4400069" y="2084022"/>
            <a:ext cx="601446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***********</a:t>
            </a:r>
          </a:p>
          <a:p>
            <a:endParaRPr lang="en-US" altLang="zh-CN" dirty="0"/>
          </a:p>
          <a:p>
            <a:r>
              <a:rPr lang="zh-CN" altLang="en-US" dirty="0"/>
              <a:t>软件工程本科在读，具备餐饮服务、直播带货、戏剧制作、舞台监督、演员及配音等多领域实践经验。</a:t>
            </a:r>
          </a:p>
          <a:p>
            <a:r>
              <a:rPr lang="zh-CN" altLang="en-US" b="1" dirty="0"/>
              <a:t>擅长技能</a:t>
            </a:r>
            <a:r>
              <a:rPr lang="zh-CN" altLang="en-US" dirty="0"/>
              <a:t>：</a:t>
            </a:r>
          </a:p>
          <a:p>
            <a:r>
              <a:rPr lang="zh-CN" altLang="en-US" b="1" dirty="0"/>
              <a:t>舞台监督与戏剧制作</a:t>
            </a:r>
            <a:r>
              <a:rPr lang="zh-CN" altLang="en-US" dirty="0"/>
              <a:t>：具备驻场 </a:t>
            </a:r>
            <a:r>
              <a:rPr lang="en-US" altLang="zh-CN" dirty="0"/>
              <a:t>/ </a:t>
            </a:r>
            <a:r>
              <a:rPr lang="zh-CN" altLang="en-US" dirty="0"/>
              <a:t>巡演全流程舞台监督经验，熟悉舞美搭建、现场执行、应急处理，参与剧目巡演至上海、深圳等多地，累计驻场演出超百场；可独立完成舞美设计、服装道具采买与落地。</a:t>
            </a:r>
          </a:p>
          <a:p>
            <a:r>
              <a:rPr lang="zh-CN" altLang="en-US" b="1" dirty="0"/>
              <a:t>项目执行与跨方对接</a:t>
            </a:r>
            <a:r>
              <a:rPr lang="zh-CN" altLang="en-US" dirty="0"/>
              <a:t>：擅长与剧场、多方团队沟通协调，保障演出调度、排期及场外工作高效推进。</a:t>
            </a:r>
          </a:p>
          <a:p>
            <a:r>
              <a:rPr lang="zh-CN" altLang="en-US" b="1" dirty="0"/>
              <a:t>内容表达与呈现</a:t>
            </a:r>
            <a:r>
              <a:rPr lang="zh-CN" altLang="en-US" dirty="0"/>
              <a:t>：具备直播带货、观众互动经验，可清晰完成产品介绍；拥有话剧演员、</a:t>
            </a:r>
            <a:r>
              <a:rPr lang="en-US" altLang="zh-CN" dirty="0"/>
              <a:t>AI </a:t>
            </a:r>
            <a:r>
              <a:rPr lang="zh-CN" altLang="en-US" dirty="0"/>
              <a:t>漫剧配音经历，台词表达与角色塑造能力突出。</a:t>
            </a:r>
          </a:p>
          <a:p>
            <a:r>
              <a:rPr lang="zh-CN" altLang="en-US" b="1" dirty="0"/>
              <a:t>多场景实操能力</a:t>
            </a:r>
            <a:r>
              <a:rPr lang="zh-CN" altLang="en-US" dirty="0"/>
              <a:t>：兼具直播运营、戏剧全流程执行等跨场景实践经验，适应力强。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AE71EF8-BCCE-E2D5-16BB-82B8FC5BAE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98502" y="465288"/>
            <a:ext cx="48985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229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C25DB-B303-922D-8BB8-1AD11829C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8A172C-6C87-7E4C-D525-57102B82C0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86990" y="654902"/>
            <a:ext cx="5518484" cy="1613786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程序设计</a:t>
            </a:r>
            <a:r>
              <a:rPr lang="en-US" altLang="zh-CN" dirty="0"/>
              <a:t>-</a:t>
            </a:r>
            <a:r>
              <a:rPr lang="zh-CN" altLang="en-US" dirty="0"/>
              <a:t>张宇扬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9D802A9-F89D-5646-5B5B-CA4B70E8BF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1954" y="654902"/>
            <a:ext cx="4428944" cy="632476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306D95B-3540-1C38-4A9C-780978B0AB68}"/>
              </a:ext>
            </a:extLst>
          </p:cNvPr>
          <p:cNvSpPr txBox="1"/>
          <p:nvPr/>
        </p:nvSpPr>
        <p:spPr>
          <a:xfrm>
            <a:off x="4400069" y="2084022"/>
            <a:ext cx="601446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***********</a:t>
            </a:r>
          </a:p>
          <a:p>
            <a:endParaRPr lang="en-US" altLang="zh-CN" dirty="0"/>
          </a:p>
          <a:p>
            <a:r>
              <a:rPr lang="zh-CN" altLang="en-US" dirty="0"/>
              <a:t>编程语言：精通</a:t>
            </a:r>
            <a:r>
              <a:rPr lang="en-US" altLang="zh-CN" dirty="0"/>
              <a:t>C++</a:t>
            </a:r>
            <a:r>
              <a:rPr lang="zh-CN" altLang="en-US" dirty="0"/>
              <a:t>、</a:t>
            </a:r>
            <a:r>
              <a:rPr lang="en-US" altLang="zh-CN" dirty="0"/>
              <a:t>Python</a:t>
            </a:r>
            <a:r>
              <a:rPr lang="zh-CN" altLang="en-US" dirty="0"/>
              <a:t>、</a:t>
            </a:r>
            <a:r>
              <a:rPr lang="en-US" altLang="zh-CN" dirty="0"/>
              <a:t>Java</a:t>
            </a:r>
            <a:r>
              <a:rPr lang="zh-CN" altLang="en-US" dirty="0"/>
              <a:t>等</a:t>
            </a:r>
          </a:p>
          <a:p>
            <a:r>
              <a:rPr lang="zh-CN" altLang="en-US" dirty="0"/>
              <a:t>游戏引擎：熟练使用</a:t>
            </a:r>
            <a:r>
              <a:rPr lang="en-US" altLang="zh-CN" dirty="0"/>
              <a:t>Godot/</a:t>
            </a:r>
            <a:r>
              <a:rPr lang="en-US" altLang="zh-CN" dirty="0" err="1"/>
              <a:t>CocosCreator</a:t>
            </a:r>
            <a:endParaRPr lang="en-US" altLang="zh-CN" dirty="0"/>
          </a:p>
          <a:p>
            <a:r>
              <a:rPr lang="zh-CN" altLang="en-US" dirty="0"/>
              <a:t>工具与技术：熟悉</a:t>
            </a:r>
            <a:r>
              <a:rPr lang="en-US" altLang="zh-CN" dirty="0"/>
              <a:t>Web</a:t>
            </a:r>
            <a:r>
              <a:rPr lang="zh-CN" altLang="en-US" dirty="0"/>
              <a:t>开发基本流程，能够进行简单的全栈开发，理解客户端与服务器的数据交互原理。拥有</a:t>
            </a:r>
            <a:r>
              <a:rPr lang="en-US" altLang="zh-CN" dirty="0"/>
              <a:t>Android</a:t>
            </a:r>
            <a:r>
              <a:rPr lang="zh-CN" altLang="en-US" dirty="0"/>
              <a:t>应用开发基础，了解</a:t>
            </a:r>
            <a:r>
              <a:rPr lang="en-US" altLang="zh-CN" dirty="0"/>
              <a:t>Activity</a:t>
            </a:r>
            <a:r>
              <a:rPr lang="zh-CN" altLang="en-US" dirty="0"/>
              <a:t>生命周期、常用</a:t>
            </a:r>
            <a:r>
              <a:rPr lang="en-US" altLang="zh-CN" dirty="0"/>
              <a:t>UI</a:t>
            </a:r>
            <a:r>
              <a:rPr lang="zh-CN" altLang="en-US" dirty="0"/>
              <a:t>控件及布局；能够使用</a:t>
            </a:r>
            <a:r>
              <a:rPr lang="en-US" altLang="zh-CN" dirty="0"/>
              <a:t>Java/Kotlin</a:t>
            </a:r>
            <a:r>
              <a:rPr lang="zh-CN" altLang="en-US" dirty="0"/>
              <a:t>进行简单的原生</a:t>
            </a:r>
            <a:r>
              <a:rPr lang="en-US" altLang="zh-CN" dirty="0"/>
              <a:t>App</a:t>
            </a:r>
            <a:r>
              <a:rPr lang="zh-CN" altLang="en-US" dirty="0"/>
              <a:t>功能开发与调试。</a:t>
            </a:r>
          </a:p>
          <a:p>
            <a:r>
              <a:rPr lang="zh-CN" altLang="en-US" dirty="0"/>
              <a:t>其他技能：具备独立实现游戏核心玩法、角色控制、关卡逻辑等模块的能力。理解游戏设计的基本理论，能够从程序和策划双重视角思考问题，更好地与策划团队协作。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D3B41FB-D5E4-C2E4-AB93-9272E78BB4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0701" y="654902"/>
            <a:ext cx="4517691" cy="6324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02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CB548-D7D1-3827-8BCD-D8A44E7D8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40C231A-4977-62D9-31C1-7128A95604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1954" y="654902"/>
            <a:ext cx="4428944" cy="632476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463B366-6197-273E-B3F6-E5C503C40E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22" y="654902"/>
            <a:ext cx="4517691" cy="632476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D9BA64D-EBA8-C7FA-275B-971A8E2B18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23" y="654902"/>
            <a:ext cx="4517691" cy="633091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5E61298-F701-AB85-D8D7-59B0E4F1310E}"/>
              </a:ext>
            </a:extLst>
          </p:cNvPr>
          <p:cNvSpPr txBox="1"/>
          <p:nvPr/>
        </p:nvSpPr>
        <p:spPr>
          <a:xfrm>
            <a:off x="3630048" y="1756763"/>
            <a:ext cx="601446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***********</a:t>
            </a:r>
          </a:p>
          <a:p>
            <a:endParaRPr lang="en-US" altLang="zh-CN" dirty="0"/>
          </a:p>
          <a:p>
            <a:r>
              <a:rPr lang="zh-CN" altLang="en-US" dirty="0"/>
              <a:t>计算机专业，兼具理性逻辑与艺术审美</a:t>
            </a:r>
          </a:p>
          <a:p>
            <a:r>
              <a:rPr lang="zh-CN" altLang="en-US" dirty="0"/>
              <a:t>阅片量大，深耕影视等文艺作品，感知力、共情力突出</a:t>
            </a:r>
          </a:p>
          <a:p>
            <a:r>
              <a:rPr lang="zh-CN" altLang="en-US" dirty="0"/>
              <a:t>热爱艺术创作与鉴赏，思维多元，兼具创意与执行力</a:t>
            </a:r>
          </a:p>
          <a:p>
            <a:r>
              <a:rPr lang="zh-CN" altLang="en-US" dirty="0"/>
              <a:t>文理视野兼备，擅长以艺术视角赋能技术创新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6D59721-871D-E637-0859-F37D63D2E3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3597" y="346894"/>
            <a:ext cx="5518484" cy="1613786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艺术总监</a:t>
            </a:r>
            <a:r>
              <a:rPr lang="en-US" altLang="zh-CN" dirty="0"/>
              <a:t>-</a:t>
            </a:r>
            <a:r>
              <a:rPr lang="zh-CN" altLang="en-US" dirty="0"/>
              <a:t>郝明杰</a:t>
            </a:r>
          </a:p>
        </p:txBody>
      </p:sp>
      <p:sp>
        <p:nvSpPr>
          <p:cNvPr id="9" name="标题 1">
            <a:extLst>
              <a:ext uri="{FF2B5EF4-FFF2-40B4-BE49-F238E27FC236}">
                <a16:creationId xmlns:a16="http://schemas.microsoft.com/office/drawing/2014/main" id="{8FA175AB-C4F3-8657-7223-0EA6462ADCB9}"/>
              </a:ext>
            </a:extLst>
          </p:cNvPr>
          <p:cNvSpPr txBox="1">
            <a:spLocks/>
          </p:cNvSpPr>
          <p:nvPr/>
        </p:nvSpPr>
        <p:spPr>
          <a:xfrm>
            <a:off x="5842535" y="3370549"/>
            <a:ext cx="5873016" cy="161378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美术设计</a:t>
            </a:r>
            <a:r>
              <a:rPr lang="en-US" altLang="zh-CN" dirty="0"/>
              <a:t>-</a:t>
            </a:r>
            <a:r>
              <a:rPr lang="zh-CN" altLang="en-US" dirty="0"/>
              <a:t>温剑宇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D3A0965-5085-8931-B92F-EEEB17D5CE10}"/>
              </a:ext>
            </a:extLst>
          </p:cNvPr>
          <p:cNvSpPr txBox="1"/>
          <p:nvPr/>
        </p:nvSpPr>
        <p:spPr>
          <a:xfrm>
            <a:off x="5842535" y="4756780"/>
            <a:ext cx="6014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***********</a:t>
            </a:r>
            <a:r>
              <a:rPr lang="en-US" altLang="zh-CN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624456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442</Words>
  <Application>Microsoft Office PowerPoint</Application>
  <PresentationFormat>宽屏</PresentationFormat>
  <Paragraphs>33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主策划-黄宇彦</vt:lpstr>
      <vt:lpstr>项目经理-刘嘉伟</vt:lpstr>
      <vt:lpstr>程序设计-张宇扬</vt:lpstr>
      <vt:lpstr>艺术总监-郝明杰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嘉伟 刘</dc:creator>
  <cp:lastModifiedBy>嘉伟 刘</cp:lastModifiedBy>
  <cp:revision>1</cp:revision>
  <dcterms:created xsi:type="dcterms:W3CDTF">2026-04-26T15:41:18Z</dcterms:created>
  <dcterms:modified xsi:type="dcterms:W3CDTF">2026-04-26T15:53:41Z</dcterms:modified>
</cp:coreProperties>
</file>